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5" r:id="rId4"/>
    <p:sldId id="299" r:id="rId5"/>
    <p:sldId id="296" r:id="rId6"/>
    <p:sldId id="307" r:id="rId7"/>
    <p:sldId id="308" r:id="rId8"/>
    <p:sldId id="309" r:id="rId9"/>
    <p:sldId id="310" r:id="rId10"/>
    <p:sldId id="311" r:id="rId11"/>
    <p:sldId id="28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ing Touray" initials="ST" lastIdx="4" clrIdx="0">
    <p:extLst>
      <p:ext uri="{19B8F6BF-5375-455C-9EA6-DF929625EA0E}">
        <p15:presenceInfo xmlns:p15="http://schemas.microsoft.com/office/powerpoint/2012/main" userId="S::stouray@worldbank.org::1fe695f3-4923-40e6-a2bf-367e5a2e74a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626713-2764-474B-9F06-8F776542F6A8}" v="46" dt="2023-02-24T08:51:34.7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72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oudrahyme Savadogo" userId="cf491869-15de-4c14-a48c-887ee47cfb08" providerId="ADAL" clId="{BD7DC22F-36E5-46D2-A4A4-8782562C67DF}"/>
    <pc:docChg chg="undo custSel addSld delSld modSld">
      <pc:chgData name="Aboudrahyme Savadogo" userId="cf491869-15de-4c14-a48c-887ee47cfb08" providerId="ADAL" clId="{BD7DC22F-36E5-46D2-A4A4-8782562C67DF}" dt="2022-11-24T09:16:58.370" v="1589" actId="1076"/>
      <pc:docMkLst>
        <pc:docMk/>
      </pc:docMkLst>
      <pc:sldChg chg="modSp mod">
        <pc:chgData name="Aboudrahyme Savadogo" userId="cf491869-15de-4c14-a48c-887ee47cfb08" providerId="ADAL" clId="{BD7DC22F-36E5-46D2-A4A4-8782562C67DF}" dt="2022-11-24T09:16:58.370" v="1589" actId="1076"/>
        <pc:sldMkLst>
          <pc:docMk/>
          <pc:sldMk cId="126438297" sldId="257"/>
        </pc:sldMkLst>
        <pc:graphicFrameChg chg="mod modGraphic">
          <ac:chgData name="Aboudrahyme Savadogo" userId="cf491869-15de-4c14-a48c-887ee47cfb08" providerId="ADAL" clId="{BD7DC22F-36E5-46D2-A4A4-8782562C67DF}" dt="2022-11-24T09:16:58.370" v="1589" actId="1076"/>
          <ac:graphicFrameMkLst>
            <pc:docMk/>
            <pc:sldMk cId="126438297" sldId="257"/>
            <ac:graphicFrameMk id="6" creationId="{FE96F49F-E39B-4E40-A3C7-3A95C8F4DF50}"/>
          </ac:graphicFrameMkLst>
        </pc:graphicFrameChg>
      </pc:sldChg>
      <pc:sldChg chg="addSp delSp modSp mod">
        <pc:chgData name="Aboudrahyme Savadogo" userId="cf491869-15de-4c14-a48c-887ee47cfb08" providerId="ADAL" clId="{BD7DC22F-36E5-46D2-A4A4-8782562C67DF}" dt="2022-11-23T12:56:26.982" v="587" actId="27636"/>
        <pc:sldMkLst>
          <pc:docMk/>
          <pc:sldMk cId="2625693964" sldId="296"/>
        </pc:sldMkLst>
        <pc:spChg chg="del">
          <ac:chgData name="Aboudrahyme Savadogo" userId="cf491869-15de-4c14-a48c-887ee47cfb08" providerId="ADAL" clId="{BD7DC22F-36E5-46D2-A4A4-8782562C67DF}" dt="2022-11-23T12:36:53.615" v="8" actId="478"/>
          <ac:spMkLst>
            <pc:docMk/>
            <pc:sldMk cId="2625693964" sldId="296"/>
            <ac:spMk id="2" creationId="{23E3517F-0A03-4D63-A89C-7396EE206B2F}"/>
          </ac:spMkLst>
        </pc:spChg>
        <pc:spChg chg="del">
          <ac:chgData name="Aboudrahyme Savadogo" userId="cf491869-15de-4c14-a48c-887ee47cfb08" providerId="ADAL" clId="{BD7DC22F-36E5-46D2-A4A4-8782562C67DF}" dt="2022-11-23T12:37:00.880" v="10" actId="478"/>
          <ac:spMkLst>
            <pc:docMk/>
            <pc:sldMk cId="2625693964" sldId="296"/>
            <ac:spMk id="3" creationId="{BF9F898E-4477-4CC6-B56A-EDE5B41E0869}"/>
          </ac:spMkLst>
        </pc:spChg>
        <pc:spChg chg="add del mod">
          <ac:chgData name="Aboudrahyme Savadogo" userId="cf491869-15de-4c14-a48c-887ee47cfb08" providerId="ADAL" clId="{BD7DC22F-36E5-46D2-A4A4-8782562C67DF}" dt="2022-11-23T12:36:57.682" v="9" actId="478"/>
          <ac:spMkLst>
            <pc:docMk/>
            <pc:sldMk cId="2625693964" sldId="296"/>
            <ac:spMk id="5" creationId="{7837F8D3-DAE4-4584-B5BC-17B1CD105D00}"/>
          </ac:spMkLst>
        </pc:spChg>
        <pc:spChg chg="add del mod">
          <ac:chgData name="Aboudrahyme Savadogo" userId="cf491869-15de-4c14-a48c-887ee47cfb08" providerId="ADAL" clId="{BD7DC22F-36E5-46D2-A4A4-8782562C67DF}" dt="2022-11-23T12:37:04.999" v="12" actId="478"/>
          <ac:spMkLst>
            <pc:docMk/>
            <pc:sldMk cId="2625693964" sldId="296"/>
            <ac:spMk id="7" creationId="{53C2DF98-9CDD-4E28-9A67-225838C9A344}"/>
          </ac:spMkLst>
        </pc:spChg>
        <pc:spChg chg="add mod">
          <ac:chgData name="Aboudrahyme Savadogo" userId="cf491869-15de-4c14-a48c-887ee47cfb08" providerId="ADAL" clId="{BD7DC22F-36E5-46D2-A4A4-8782562C67DF}" dt="2022-11-23T12:56:26.982" v="587" actId="27636"/>
          <ac:spMkLst>
            <pc:docMk/>
            <pc:sldMk cId="2625693964" sldId="296"/>
            <ac:spMk id="8" creationId="{F8F1087C-C2F7-476A-BFCE-302A85AB7FA7}"/>
          </ac:spMkLst>
        </pc:spChg>
        <pc:spChg chg="add mod">
          <ac:chgData name="Aboudrahyme Savadogo" userId="cf491869-15de-4c14-a48c-887ee47cfb08" providerId="ADAL" clId="{BD7DC22F-36E5-46D2-A4A4-8782562C67DF}" dt="2022-11-23T12:44:39.631" v="296" actId="27636"/>
          <ac:spMkLst>
            <pc:docMk/>
            <pc:sldMk cId="2625693964" sldId="296"/>
            <ac:spMk id="9" creationId="{47BC6399-83BC-41A7-B486-BED409E55AC5}"/>
          </ac:spMkLst>
        </pc:spChg>
      </pc:sldChg>
      <pc:sldChg chg="addSp delSp modSp del mod">
        <pc:chgData name="Aboudrahyme Savadogo" userId="cf491869-15de-4c14-a48c-887ee47cfb08" providerId="ADAL" clId="{BD7DC22F-36E5-46D2-A4A4-8782562C67DF}" dt="2022-11-23T13:19:01.743" v="1144" actId="47"/>
        <pc:sldMkLst>
          <pc:docMk/>
          <pc:sldMk cId="888878619" sldId="297"/>
        </pc:sldMkLst>
        <pc:spChg chg="del">
          <ac:chgData name="Aboudrahyme Savadogo" userId="cf491869-15de-4c14-a48c-887ee47cfb08" providerId="ADAL" clId="{BD7DC22F-36E5-46D2-A4A4-8782562C67DF}" dt="2022-11-23T12:45:59.621" v="298" actId="478"/>
          <ac:spMkLst>
            <pc:docMk/>
            <pc:sldMk cId="888878619" sldId="297"/>
            <ac:spMk id="2" creationId="{23E3517F-0A03-4D63-A89C-7396EE206B2F}"/>
          </ac:spMkLst>
        </pc:spChg>
        <pc:spChg chg="mod">
          <ac:chgData name="Aboudrahyme Savadogo" userId="cf491869-15de-4c14-a48c-887ee47cfb08" providerId="ADAL" clId="{BD7DC22F-36E5-46D2-A4A4-8782562C67DF}" dt="2022-11-23T12:46:05.236" v="300" actId="1076"/>
          <ac:spMkLst>
            <pc:docMk/>
            <pc:sldMk cId="888878619" sldId="297"/>
            <ac:spMk id="3" creationId="{BF9F898E-4477-4CC6-B56A-EDE5B41E0869}"/>
          </ac:spMkLst>
        </pc:spChg>
        <pc:spChg chg="add del mod">
          <ac:chgData name="Aboudrahyme Savadogo" userId="cf491869-15de-4c14-a48c-887ee47cfb08" providerId="ADAL" clId="{BD7DC22F-36E5-46D2-A4A4-8782562C67DF}" dt="2022-11-23T12:46:02.233" v="299" actId="478"/>
          <ac:spMkLst>
            <pc:docMk/>
            <pc:sldMk cId="888878619" sldId="297"/>
            <ac:spMk id="5" creationId="{3FC0BB9D-FB06-424A-B5AE-AF5FC8FBD25D}"/>
          </ac:spMkLst>
        </pc:spChg>
      </pc:sldChg>
      <pc:sldChg chg="del">
        <pc:chgData name="Aboudrahyme Savadogo" userId="cf491869-15de-4c14-a48c-887ee47cfb08" providerId="ADAL" clId="{BD7DC22F-36E5-46D2-A4A4-8782562C67DF}" dt="2022-11-23T13:19:04.306" v="1145" actId="47"/>
        <pc:sldMkLst>
          <pc:docMk/>
          <pc:sldMk cId="496271054" sldId="298"/>
        </pc:sldMkLst>
      </pc:sldChg>
      <pc:sldChg chg="modSp mod">
        <pc:chgData name="Aboudrahyme Savadogo" userId="cf491869-15de-4c14-a48c-887ee47cfb08" providerId="ADAL" clId="{BD7DC22F-36E5-46D2-A4A4-8782562C67DF}" dt="2022-11-23T17:26:14.903" v="1152" actId="20577"/>
        <pc:sldMkLst>
          <pc:docMk/>
          <pc:sldMk cId="855902867" sldId="299"/>
        </pc:sldMkLst>
        <pc:spChg chg="mod">
          <ac:chgData name="Aboudrahyme Savadogo" userId="cf491869-15de-4c14-a48c-887ee47cfb08" providerId="ADAL" clId="{BD7DC22F-36E5-46D2-A4A4-8782562C67DF}" dt="2022-11-23T17:26:14.903" v="1152" actId="20577"/>
          <ac:spMkLst>
            <pc:docMk/>
            <pc:sldMk cId="855902867" sldId="299"/>
            <ac:spMk id="3" creationId="{BF9F898E-4477-4CC6-B56A-EDE5B41E0869}"/>
          </ac:spMkLst>
        </pc:spChg>
        <pc:picChg chg="mod">
          <ac:chgData name="Aboudrahyme Savadogo" userId="cf491869-15de-4c14-a48c-887ee47cfb08" providerId="ADAL" clId="{BD7DC22F-36E5-46D2-A4A4-8782562C67DF}" dt="2022-11-23T12:58:43.657" v="714" actId="1076"/>
          <ac:picMkLst>
            <pc:docMk/>
            <pc:sldMk cId="855902867" sldId="299"/>
            <ac:picMk id="5" creationId="{ABC0C2A2-BF4E-4757-9006-2AC040BC4E25}"/>
          </ac:picMkLst>
        </pc:picChg>
      </pc:sldChg>
      <pc:sldChg chg="del">
        <pc:chgData name="Aboudrahyme Savadogo" userId="cf491869-15de-4c14-a48c-887ee47cfb08" providerId="ADAL" clId="{BD7DC22F-36E5-46D2-A4A4-8782562C67DF}" dt="2022-11-23T13:19:07.119" v="1147" actId="47"/>
        <pc:sldMkLst>
          <pc:docMk/>
          <pc:sldMk cId="2325004060" sldId="300"/>
        </pc:sldMkLst>
      </pc:sldChg>
      <pc:sldChg chg="del">
        <pc:chgData name="Aboudrahyme Savadogo" userId="cf491869-15de-4c14-a48c-887ee47cfb08" providerId="ADAL" clId="{BD7DC22F-36E5-46D2-A4A4-8782562C67DF}" dt="2022-11-23T13:19:13.962" v="1148" actId="47"/>
        <pc:sldMkLst>
          <pc:docMk/>
          <pc:sldMk cId="4220354973" sldId="301"/>
        </pc:sldMkLst>
      </pc:sldChg>
      <pc:sldChg chg="del">
        <pc:chgData name="Aboudrahyme Savadogo" userId="cf491869-15de-4c14-a48c-887ee47cfb08" providerId="ADAL" clId="{BD7DC22F-36E5-46D2-A4A4-8782562C67DF}" dt="2022-11-23T13:19:05.469" v="1146" actId="47"/>
        <pc:sldMkLst>
          <pc:docMk/>
          <pc:sldMk cId="3781743717" sldId="302"/>
        </pc:sldMkLst>
      </pc:sldChg>
      <pc:sldChg chg="del">
        <pc:chgData name="Aboudrahyme Savadogo" userId="cf491869-15de-4c14-a48c-887ee47cfb08" providerId="ADAL" clId="{BD7DC22F-36E5-46D2-A4A4-8782562C67DF}" dt="2022-11-23T13:19:15.494" v="1149" actId="47"/>
        <pc:sldMkLst>
          <pc:docMk/>
          <pc:sldMk cId="3846430596" sldId="303"/>
        </pc:sldMkLst>
      </pc:sldChg>
      <pc:sldChg chg="del">
        <pc:chgData name="Aboudrahyme Savadogo" userId="cf491869-15de-4c14-a48c-887ee47cfb08" providerId="ADAL" clId="{BD7DC22F-36E5-46D2-A4A4-8782562C67DF}" dt="2022-11-23T13:19:16.999" v="1150" actId="47"/>
        <pc:sldMkLst>
          <pc:docMk/>
          <pc:sldMk cId="834010200" sldId="304"/>
        </pc:sldMkLst>
      </pc:sldChg>
      <pc:sldChg chg="del">
        <pc:chgData name="Aboudrahyme Savadogo" userId="cf491869-15de-4c14-a48c-887ee47cfb08" providerId="ADAL" clId="{BD7DC22F-36E5-46D2-A4A4-8782562C67DF}" dt="2022-11-23T13:19:18.698" v="1151" actId="47"/>
        <pc:sldMkLst>
          <pc:docMk/>
          <pc:sldMk cId="749121482" sldId="305"/>
        </pc:sldMkLst>
      </pc:sldChg>
      <pc:sldChg chg="del">
        <pc:chgData name="Aboudrahyme Savadogo" userId="cf491869-15de-4c14-a48c-887ee47cfb08" providerId="ADAL" clId="{BD7DC22F-36E5-46D2-A4A4-8782562C67DF}" dt="2022-11-24T01:30:47.259" v="1587" actId="47"/>
        <pc:sldMkLst>
          <pc:docMk/>
          <pc:sldMk cId="3385551157" sldId="306"/>
        </pc:sldMkLst>
      </pc:sldChg>
      <pc:sldChg chg="addSp delSp modSp add mod">
        <pc:chgData name="Aboudrahyme Savadogo" userId="cf491869-15de-4c14-a48c-887ee47cfb08" providerId="ADAL" clId="{BD7DC22F-36E5-46D2-A4A4-8782562C67DF}" dt="2022-11-23T12:54:47.619" v="509" actId="108"/>
        <pc:sldMkLst>
          <pc:docMk/>
          <pc:sldMk cId="446216685" sldId="307"/>
        </pc:sldMkLst>
        <pc:spChg chg="mod">
          <ac:chgData name="Aboudrahyme Savadogo" userId="cf491869-15de-4c14-a48c-887ee47cfb08" providerId="ADAL" clId="{BD7DC22F-36E5-46D2-A4A4-8782562C67DF}" dt="2022-11-23T12:54:47.619" v="509" actId="108"/>
          <ac:spMkLst>
            <pc:docMk/>
            <pc:sldMk cId="446216685" sldId="307"/>
            <ac:spMk id="8" creationId="{F8F1087C-C2F7-476A-BFCE-302A85AB7FA7}"/>
          </ac:spMkLst>
        </pc:spChg>
        <pc:picChg chg="add mod">
          <ac:chgData name="Aboudrahyme Savadogo" userId="cf491869-15de-4c14-a48c-887ee47cfb08" providerId="ADAL" clId="{BD7DC22F-36E5-46D2-A4A4-8782562C67DF}" dt="2022-11-23T12:53:26.573" v="474" actId="1076"/>
          <ac:picMkLst>
            <pc:docMk/>
            <pc:sldMk cId="446216685" sldId="307"/>
            <ac:picMk id="3" creationId="{022DEE7F-87A2-4E9E-800C-23130B21204B}"/>
          </ac:picMkLst>
        </pc:picChg>
        <pc:picChg chg="add del mod">
          <ac:chgData name="Aboudrahyme Savadogo" userId="cf491869-15de-4c14-a48c-887ee47cfb08" providerId="ADAL" clId="{BD7DC22F-36E5-46D2-A4A4-8782562C67DF}" dt="2022-11-23T12:53:06.406" v="469" actId="478"/>
          <ac:picMkLst>
            <pc:docMk/>
            <pc:sldMk cId="446216685" sldId="307"/>
            <ac:picMk id="5" creationId="{54AA0374-4F9A-4A41-9E1B-D810816A1CB6}"/>
          </ac:picMkLst>
        </pc:picChg>
        <pc:picChg chg="add mod">
          <ac:chgData name="Aboudrahyme Savadogo" userId="cf491869-15de-4c14-a48c-887ee47cfb08" providerId="ADAL" clId="{BD7DC22F-36E5-46D2-A4A4-8782562C67DF}" dt="2022-11-23T12:54:02.035" v="505" actId="14100"/>
          <ac:picMkLst>
            <pc:docMk/>
            <pc:sldMk cId="446216685" sldId="307"/>
            <ac:picMk id="7" creationId="{C8647EFF-49EE-4622-ABF5-3FC88B81E5CC}"/>
          </ac:picMkLst>
        </pc:picChg>
      </pc:sldChg>
      <pc:sldChg chg="addSp delSp modSp add mod">
        <pc:chgData name="Aboudrahyme Savadogo" userId="cf491869-15de-4c14-a48c-887ee47cfb08" providerId="ADAL" clId="{BD7DC22F-36E5-46D2-A4A4-8782562C67DF}" dt="2022-11-23T13:01:35.979" v="781" actId="27636"/>
        <pc:sldMkLst>
          <pc:docMk/>
          <pc:sldMk cId="3253390602" sldId="308"/>
        </pc:sldMkLst>
        <pc:spChg chg="mod">
          <ac:chgData name="Aboudrahyme Savadogo" userId="cf491869-15de-4c14-a48c-887ee47cfb08" providerId="ADAL" clId="{BD7DC22F-36E5-46D2-A4A4-8782562C67DF}" dt="2022-11-23T13:01:35.979" v="781" actId="27636"/>
          <ac:spMkLst>
            <pc:docMk/>
            <pc:sldMk cId="3253390602" sldId="308"/>
            <ac:spMk id="8" creationId="{F8F1087C-C2F7-476A-BFCE-302A85AB7FA7}"/>
          </ac:spMkLst>
        </pc:spChg>
        <pc:picChg chg="del">
          <ac:chgData name="Aboudrahyme Savadogo" userId="cf491869-15de-4c14-a48c-887ee47cfb08" providerId="ADAL" clId="{BD7DC22F-36E5-46D2-A4A4-8782562C67DF}" dt="2022-11-23T12:51:01.214" v="441" actId="478"/>
          <ac:picMkLst>
            <pc:docMk/>
            <pc:sldMk cId="3253390602" sldId="308"/>
            <ac:picMk id="3" creationId="{022DEE7F-87A2-4E9E-800C-23130B21204B}"/>
          </ac:picMkLst>
        </pc:picChg>
        <pc:picChg chg="add mod">
          <ac:chgData name="Aboudrahyme Savadogo" userId="cf491869-15de-4c14-a48c-887ee47cfb08" providerId="ADAL" clId="{BD7DC22F-36E5-46D2-A4A4-8782562C67DF}" dt="2022-11-23T12:59:10.457" v="725" actId="1076"/>
          <ac:picMkLst>
            <pc:docMk/>
            <pc:sldMk cId="3253390602" sldId="308"/>
            <ac:picMk id="4" creationId="{118C539A-E238-4872-890B-38F180237F83}"/>
          </ac:picMkLst>
        </pc:picChg>
        <pc:picChg chg="del">
          <ac:chgData name="Aboudrahyme Savadogo" userId="cf491869-15de-4c14-a48c-887ee47cfb08" providerId="ADAL" clId="{BD7DC22F-36E5-46D2-A4A4-8782562C67DF}" dt="2022-11-23T12:51:32.984" v="450" actId="21"/>
          <ac:picMkLst>
            <pc:docMk/>
            <pc:sldMk cId="3253390602" sldId="308"/>
            <ac:picMk id="5" creationId="{54AA0374-4F9A-4A41-9E1B-D810816A1CB6}"/>
          </ac:picMkLst>
        </pc:picChg>
        <pc:picChg chg="del">
          <ac:chgData name="Aboudrahyme Savadogo" userId="cf491869-15de-4c14-a48c-887ee47cfb08" providerId="ADAL" clId="{BD7DC22F-36E5-46D2-A4A4-8782562C67DF}" dt="2022-11-23T12:51:05.088" v="442" actId="478"/>
          <ac:picMkLst>
            <pc:docMk/>
            <pc:sldMk cId="3253390602" sldId="308"/>
            <ac:picMk id="7" creationId="{C8647EFF-49EE-4622-ABF5-3FC88B81E5CC}"/>
          </ac:picMkLst>
        </pc:picChg>
        <pc:picChg chg="add mod">
          <ac:chgData name="Aboudrahyme Savadogo" userId="cf491869-15de-4c14-a48c-887ee47cfb08" providerId="ADAL" clId="{BD7DC22F-36E5-46D2-A4A4-8782562C67DF}" dt="2022-11-23T12:52:53.466" v="468" actId="1076"/>
          <ac:picMkLst>
            <pc:docMk/>
            <pc:sldMk cId="3253390602" sldId="308"/>
            <ac:picMk id="10" creationId="{73E6DFC4-D75C-49CA-96D6-E8820A195165}"/>
          </ac:picMkLst>
        </pc:picChg>
      </pc:sldChg>
      <pc:sldChg chg="addSp delSp modSp add mod">
        <pc:chgData name="Aboudrahyme Savadogo" userId="cf491869-15de-4c14-a48c-887ee47cfb08" providerId="ADAL" clId="{BD7DC22F-36E5-46D2-A4A4-8782562C67DF}" dt="2022-11-23T13:11:12.096" v="946" actId="20577"/>
        <pc:sldMkLst>
          <pc:docMk/>
          <pc:sldMk cId="1242610065" sldId="309"/>
        </pc:sldMkLst>
        <pc:spChg chg="mod">
          <ac:chgData name="Aboudrahyme Savadogo" userId="cf491869-15de-4c14-a48c-887ee47cfb08" providerId="ADAL" clId="{BD7DC22F-36E5-46D2-A4A4-8782562C67DF}" dt="2022-11-23T13:11:12.096" v="946" actId="20577"/>
          <ac:spMkLst>
            <pc:docMk/>
            <pc:sldMk cId="1242610065" sldId="309"/>
            <ac:spMk id="8" creationId="{F8F1087C-C2F7-476A-BFCE-302A85AB7FA7}"/>
          </ac:spMkLst>
        </pc:spChg>
        <pc:picChg chg="add mod">
          <ac:chgData name="Aboudrahyme Savadogo" userId="cf491869-15de-4c14-a48c-887ee47cfb08" providerId="ADAL" clId="{BD7DC22F-36E5-46D2-A4A4-8782562C67DF}" dt="2022-11-23T13:09:25.403" v="883" actId="1076"/>
          <ac:picMkLst>
            <pc:docMk/>
            <pc:sldMk cId="1242610065" sldId="309"/>
            <ac:picMk id="3" creationId="{E5C82EDD-5E13-498A-B475-3BC217A0668D}"/>
          </ac:picMkLst>
        </pc:picChg>
        <pc:picChg chg="del">
          <ac:chgData name="Aboudrahyme Savadogo" userId="cf491869-15de-4c14-a48c-887ee47cfb08" providerId="ADAL" clId="{BD7DC22F-36E5-46D2-A4A4-8782562C67DF}" dt="2022-11-23T13:05:10.635" v="784" actId="478"/>
          <ac:picMkLst>
            <pc:docMk/>
            <pc:sldMk cId="1242610065" sldId="309"/>
            <ac:picMk id="4" creationId="{118C539A-E238-4872-890B-38F180237F83}"/>
          </ac:picMkLst>
        </pc:picChg>
        <pc:picChg chg="del">
          <ac:chgData name="Aboudrahyme Savadogo" userId="cf491869-15de-4c14-a48c-887ee47cfb08" providerId="ADAL" clId="{BD7DC22F-36E5-46D2-A4A4-8782562C67DF}" dt="2022-11-23T13:05:05.843" v="783" actId="478"/>
          <ac:picMkLst>
            <pc:docMk/>
            <pc:sldMk cId="1242610065" sldId="309"/>
            <ac:picMk id="10" creationId="{73E6DFC4-D75C-49CA-96D6-E8820A195165}"/>
          </ac:picMkLst>
        </pc:picChg>
      </pc:sldChg>
      <pc:sldChg chg="addSp delSp modSp add mod">
        <pc:chgData name="Aboudrahyme Savadogo" userId="cf491869-15de-4c14-a48c-887ee47cfb08" providerId="ADAL" clId="{BD7DC22F-36E5-46D2-A4A4-8782562C67DF}" dt="2022-11-23T13:18:37.007" v="1143" actId="108"/>
        <pc:sldMkLst>
          <pc:docMk/>
          <pc:sldMk cId="881939150" sldId="310"/>
        </pc:sldMkLst>
        <pc:spChg chg="mod">
          <ac:chgData name="Aboudrahyme Savadogo" userId="cf491869-15de-4c14-a48c-887ee47cfb08" providerId="ADAL" clId="{BD7DC22F-36E5-46D2-A4A4-8782562C67DF}" dt="2022-11-23T13:18:37.007" v="1143" actId="108"/>
          <ac:spMkLst>
            <pc:docMk/>
            <pc:sldMk cId="881939150" sldId="310"/>
            <ac:spMk id="8" creationId="{F8F1087C-C2F7-476A-BFCE-302A85AB7FA7}"/>
          </ac:spMkLst>
        </pc:spChg>
        <pc:picChg chg="del">
          <ac:chgData name="Aboudrahyme Savadogo" userId="cf491869-15de-4c14-a48c-887ee47cfb08" providerId="ADAL" clId="{BD7DC22F-36E5-46D2-A4A4-8782562C67DF}" dt="2022-11-23T13:11:47.964" v="1004" actId="478"/>
          <ac:picMkLst>
            <pc:docMk/>
            <pc:sldMk cId="881939150" sldId="310"/>
            <ac:picMk id="3" creationId="{E5C82EDD-5E13-498A-B475-3BC217A0668D}"/>
          </ac:picMkLst>
        </pc:picChg>
        <pc:picChg chg="add del">
          <ac:chgData name="Aboudrahyme Savadogo" userId="cf491869-15de-4c14-a48c-887ee47cfb08" providerId="ADAL" clId="{BD7DC22F-36E5-46D2-A4A4-8782562C67DF}" dt="2022-11-23T13:13:49.583" v="1051" actId="22"/>
          <ac:picMkLst>
            <pc:docMk/>
            <pc:sldMk cId="881939150" sldId="310"/>
            <ac:picMk id="4" creationId="{5F380B42-534B-43A1-AAB3-94CAB4447AD6}"/>
          </ac:picMkLst>
        </pc:picChg>
        <pc:picChg chg="add mod">
          <ac:chgData name="Aboudrahyme Savadogo" userId="cf491869-15de-4c14-a48c-887ee47cfb08" providerId="ADAL" clId="{BD7DC22F-36E5-46D2-A4A4-8782562C67DF}" dt="2022-11-23T13:16:54.135" v="1056" actId="14100"/>
          <ac:picMkLst>
            <pc:docMk/>
            <pc:sldMk cId="881939150" sldId="310"/>
            <ac:picMk id="6" creationId="{F1763F17-ECC4-4D3E-9BBC-DF73688235CC}"/>
          </ac:picMkLst>
        </pc:picChg>
        <pc:picChg chg="add mod">
          <ac:chgData name="Aboudrahyme Savadogo" userId="cf491869-15de-4c14-a48c-887ee47cfb08" providerId="ADAL" clId="{BD7DC22F-36E5-46D2-A4A4-8782562C67DF}" dt="2022-11-23T13:18:08.633" v="1091" actId="14100"/>
          <ac:picMkLst>
            <pc:docMk/>
            <pc:sldMk cId="881939150" sldId="310"/>
            <ac:picMk id="10" creationId="{C7CD91A1-7F2B-47EF-9FA9-A9085C0D88D2}"/>
          </ac:picMkLst>
        </pc:picChg>
      </pc:sldChg>
      <pc:sldChg chg="delSp modSp add mod">
        <pc:chgData name="Aboudrahyme Savadogo" userId="cf491869-15de-4c14-a48c-887ee47cfb08" providerId="ADAL" clId="{BD7DC22F-36E5-46D2-A4A4-8782562C67DF}" dt="2022-11-24T01:30:29.625" v="1586" actId="20577"/>
        <pc:sldMkLst>
          <pc:docMk/>
          <pc:sldMk cId="658008889" sldId="311"/>
        </pc:sldMkLst>
        <pc:spChg chg="mod">
          <ac:chgData name="Aboudrahyme Savadogo" userId="cf491869-15de-4c14-a48c-887ee47cfb08" providerId="ADAL" clId="{BD7DC22F-36E5-46D2-A4A4-8782562C67DF}" dt="2022-11-24T01:30:29.625" v="1586" actId="20577"/>
          <ac:spMkLst>
            <pc:docMk/>
            <pc:sldMk cId="658008889" sldId="311"/>
            <ac:spMk id="8" creationId="{F8F1087C-C2F7-476A-BFCE-302A85AB7FA7}"/>
          </ac:spMkLst>
        </pc:spChg>
        <pc:spChg chg="mod">
          <ac:chgData name="Aboudrahyme Savadogo" userId="cf491869-15de-4c14-a48c-887ee47cfb08" providerId="ADAL" clId="{BD7DC22F-36E5-46D2-A4A4-8782562C67DF}" dt="2022-11-24T01:20:43.786" v="1479" actId="1076"/>
          <ac:spMkLst>
            <pc:docMk/>
            <pc:sldMk cId="658008889" sldId="311"/>
            <ac:spMk id="9" creationId="{47BC6399-83BC-41A7-B486-BED409E55AC5}"/>
          </ac:spMkLst>
        </pc:spChg>
        <pc:picChg chg="del">
          <ac:chgData name="Aboudrahyme Savadogo" userId="cf491869-15de-4c14-a48c-887ee47cfb08" providerId="ADAL" clId="{BD7DC22F-36E5-46D2-A4A4-8782562C67DF}" dt="2022-11-24T00:19:02.554" v="1208" actId="478"/>
          <ac:picMkLst>
            <pc:docMk/>
            <pc:sldMk cId="658008889" sldId="311"/>
            <ac:picMk id="6" creationId="{F1763F17-ECC4-4D3E-9BBC-DF73688235CC}"/>
          </ac:picMkLst>
        </pc:picChg>
        <pc:picChg chg="del">
          <ac:chgData name="Aboudrahyme Savadogo" userId="cf491869-15de-4c14-a48c-887ee47cfb08" providerId="ADAL" clId="{BD7DC22F-36E5-46D2-A4A4-8782562C67DF}" dt="2022-11-24T00:19:05.428" v="1209" actId="478"/>
          <ac:picMkLst>
            <pc:docMk/>
            <pc:sldMk cId="658008889" sldId="311"/>
            <ac:picMk id="10" creationId="{C7CD91A1-7F2B-47EF-9FA9-A9085C0D88D2}"/>
          </ac:picMkLst>
        </pc:picChg>
      </pc:sldChg>
    </pc:docChg>
  </pc:docChgLst>
  <pc:docChgLst>
    <pc:chgData name="Aboudrahyme Savadogo" userId="cf491869-15de-4c14-a48c-887ee47cfb08" providerId="ADAL" clId="{06626713-2764-474B-9F06-8F776542F6A8}"/>
    <pc:docChg chg="custSel modSld">
      <pc:chgData name="Aboudrahyme Savadogo" userId="cf491869-15de-4c14-a48c-887ee47cfb08" providerId="ADAL" clId="{06626713-2764-474B-9F06-8F776542F6A8}" dt="2023-02-24T08:51:34.720" v="47" actId="20577"/>
      <pc:docMkLst>
        <pc:docMk/>
      </pc:docMkLst>
      <pc:sldChg chg="modSp mod">
        <pc:chgData name="Aboudrahyme Savadogo" userId="cf491869-15de-4c14-a48c-887ee47cfb08" providerId="ADAL" clId="{06626713-2764-474B-9F06-8F776542F6A8}" dt="2023-02-24T08:51:34.720" v="47" actId="20577"/>
        <pc:sldMkLst>
          <pc:docMk/>
          <pc:sldMk cId="2989346897" sldId="256"/>
        </pc:sldMkLst>
        <pc:spChg chg="mod">
          <ac:chgData name="Aboudrahyme Savadogo" userId="cf491869-15de-4c14-a48c-887ee47cfb08" providerId="ADAL" clId="{06626713-2764-474B-9F06-8F776542F6A8}" dt="2023-02-24T08:51:34.720" v="47" actId="20577"/>
          <ac:spMkLst>
            <pc:docMk/>
            <pc:sldMk cId="2989346897" sldId="256"/>
            <ac:spMk id="2" creationId="{3FA73489-0B27-42D3-A839-168FB4312C5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82515E8-7AC1-40F7-9D01-BBFB1E6CC82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343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15E8-7AC1-40F7-9D01-BBFB1E6CC82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552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82515E8-7AC1-40F7-9D01-BBFB1E6CC82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75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82515E8-7AC1-40F7-9D01-BBFB1E6CC82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20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82515E8-7AC1-40F7-9D01-BBFB1E6CC82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840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15E8-7AC1-40F7-9D01-BBFB1E6CC82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41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15E8-7AC1-40F7-9D01-BBFB1E6CC82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701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15E8-7AC1-40F7-9D01-BBFB1E6CC82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66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82515E8-7AC1-40F7-9D01-BBFB1E6CC82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608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82515E8-7AC1-40F7-9D01-BBFB1E6CC82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35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82515E8-7AC1-40F7-9D01-BBFB1E6CC825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5672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82515E8-7AC1-40F7-9D01-BBFB1E6CC82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259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82515E8-7AC1-40F7-9D01-BBFB1E6CC825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9385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82515E8-7AC1-40F7-9D01-BBFB1E6CC82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427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15E8-7AC1-40F7-9D01-BBFB1E6CC82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2718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515E8-7AC1-40F7-9D01-BBFB1E6CC82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92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02E61-96B2-4A9A-9407-CC3027D6AD83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82515E8-7AC1-40F7-9D01-BBFB1E6CC82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61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1819F9-8CAC-4A6C-8F06-0482027F97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A73489-0B27-42D3-A839-168FB4312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3062" y="960120"/>
            <a:ext cx="8131550" cy="2965399"/>
          </a:xfrm>
        </p:spPr>
        <p:txBody>
          <a:bodyPr>
            <a:normAutofit/>
          </a:bodyPr>
          <a:lstStyle/>
          <a:p>
            <a:r>
              <a:rPr lang="fr-FR" sz="2800" dirty="0"/>
              <a:t>Programme de modernisation et d’harmonisation des enquêtes auprès des ménages dans les Etats membres de l’UEMOA</a:t>
            </a:r>
            <a:br>
              <a:rPr lang="fr-FR" sz="2800" dirty="0"/>
            </a:br>
            <a:r>
              <a:rPr lang="fr-FR" sz="2800" dirty="0"/>
              <a:t>Enquête de 2021/22 </a:t>
            </a:r>
            <a:br>
              <a:rPr lang="fr-FR" sz="2800" dirty="0"/>
            </a:br>
            <a:r>
              <a:rPr lang="fr-FR" sz="2800" dirty="0" smtClean="0"/>
              <a:t>Quatrième </a:t>
            </a:r>
            <a:r>
              <a:rPr lang="fr-FR" sz="2800" dirty="0"/>
              <a:t>Atelier de Traitement des données</a:t>
            </a:r>
            <a:br>
              <a:rPr lang="fr-FR" sz="2800" dirty="0"/>
            </a:br>
            <a:r>
              <a:rPr lang="fr-FR" sz="2800" dirty="0"/>
              <a:t>13 Février au 3 Mars 2023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E44145-C524-4DA2-B25B-3D57D7320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53441" y="4619202"/>
            <a:ext cx="8131550" cy="1230567"/>
          </a:xfrm>
        </p:spPr>
        <p:txBody>
          <a:bodyPr>
            <a:normAutofit/>
          </a:bodyPr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Discussion sur le sondage</a:t>
            </a:r>
          </a:p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98CC08-AEC2-4E8F-8F52-0F5C6372DB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D1545E6-EB3C-4478-A661-A2CA963F129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B2E5B960-0C5D-4F77-8E9F-9F3D883D83C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258E44FC-92AD-43A0-BB05-DB268C82D8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C63D3083-A56C-4199-8DE0-63C8BE9EDFE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C7CD3581-635D-438F-A64F-68404E7AE0B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D6904C0-211C-41A2-BDB8-3B07C90BBB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B0837DA6-CAF9-4E78-A39E-6358EDE2B10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0A99DD7D-3AB3-471E-842F-8AFEA09D07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9C70B0D4-92FE-478F-86BD-93BA2C4DFCD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C9156BE6-11D4-4696-9E3F-C325BFAC81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4E667226-1D20-4A9D-BBE3-AC17EA436F0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2F87E3B6-5202-4434-9B26-42B46774F32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AEA5E85F-F1F4-40E4-A62C-95324F67492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0A75861-F6C5-44A9-B161-B03701CBDE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2EE642D-4F69-47C0-99BA-CE435035735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26178CE4-DA2D-46EA-AB8D-341C5AC563D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98E9F53-8381-4FA5-A510-846925D242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B13CE284-F21E-411B-BB8E-9C03B853CE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23DF4578-4703-437C-A797-2A2D0CEE5F4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F878F330-AF64-4F8F-88FD-A4A408D6D36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AC9B00BF-4FB7-42FA-BBBD-7DB54ED3F06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BD3D64CA-2AAD-4609-8DAA-3EAD4609A6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C669E05A-8550-4E91-B29E-E1912228EC9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8C1FD53-1E8F-46CA-BC2D-FCEC4DAE07F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CC97A31F-CFDE-4EA3-98F1-13FDD16702E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9E1540E7-E6C3-4907-B70A-B1756836559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1310EFE2-B91D-47E7-B117-C2A802800A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8934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3517F-0A03-4D63-A89C-7396EE206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263" y="231708"/>
            <a:ext cx="10961370" cy="83753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3600" b="1" dirty="0">
                <a:solidFill>
                  <a:srgbClr val="FF0000"/>
                </a:solidFill>
              </a:rPr>
              <a:t>Information a préparer pour le calcul de pondération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96F49F-E39B-4E40-A3C7-3A95C8F4D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272839"/>
              </p:ext>
            </p:extLst>
          </p:nvPr>
        </p:nvGraphicFramePr>
        <p:xfrm>
          <a:off x="1384406" y="995355"/>
          <a:ext cx="10598227" cy="55318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10053">
                  <a:extLst>
                    <a:ext uri="{9D8B030D-6E8A-4147-A177-3AD203B41FA5}">
                      <a16:colId xmlns:a16="http://schemas.microsoft.com/office/drawing/2014/main" val="2567212534"/>
                    </a:ext>
                  </a:extLst>
                </a:gridCol>
                <a:gridCol w="2560496">
                  <a:extLst>
                    <a:ext uri="{9D8B030D-6E8A-4147-A177-3AD203B41FA5}">
                      <a16:colId xmlns:a16="http://schemas.microsoft.com/office/drawing/2014/main" val="134908504"/>
                    </a:ext>
                  </a:extLst>
                </a:gridCol>
                <a:gridCol w="2827678">
                  <a:extLst>
                    <a:ext uri="{9D8B030D-6E8A-4147-A177-3AD203B41FA5}">
                      <a16:colId xmlns:a16="http://schemas.microsoft.com/office/drawing/2014/main" val="3158615843"/>
                    </a:ext>
                  </a:extLst>
                </a:gridCol>
              </a:tblGrid>
              <a:tr h="27021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effectLst/>
                        </a:rPr>
                        <a:t> 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2018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2021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14917198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effectLst/>
                        </a:rPr>
                        <a:t>Base de sondage 2018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fr-FR" sz="1800" u="none" strike="noStrike">
                          <a:effectLst/>
                        </a:rPr>
                        <a:t>Meme base pour les deux annees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106646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 - Strate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fr-FR" sz="1800" u="none" strike="noStrike">
                          <a:effectLst/>
                        </a:rPr>
                        <a:t>Meme base pour les deux annees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279365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>
                          <a:effectLst/>
                        </a:rPr>
                        <a:t> -  mIlieu residence de la strate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fr-FR" sz="1800" u="none" strike="noStrike">
                          <a:effectLst/>
                        </a:rPr>
                        <a:t>Meme base pour les deux annees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354930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 dirty="0">
                          <a:effectLst/>
                        </a:rPr>
                        <a:t> - Nombre de grappe tires dans la strate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4079782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 err="1">
                          <a:effectLst/>
                        </a:rPr>
                        <a:t>Grappe</a:t>
                      </a:r>
                      <a:r>
                        <a:rPr lang="en-US" sz="1800" b="1" u="none" strike="noStrike" dirty="0">
                          <a:effectLst/>
                        </a:rPr>
                        <a:t> / Zone de </a:t>
                      </a:r>
                      <a:r>
                        <a:rPr lang="en-US" sz="1800" b="1" u="none" strike="noStrike" dirty="0" err="1">
                          <a:effectLst/>
                        </a:rPr>
                        <a:t>Denombrement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95484658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 - </a:t>
                      </a:r>
                      <a:r>
                        <a:rPr lang="en-US" sz="1800" u="none" strike="noStrike" dirty="0" err="1">
                          <a:effectLst/>
                        </a:rPr>
                        <a:t>Numero</a:t>
                      </a:r>
                      <a:r>
                        <a:rPr lang="en-US" sz="1800" u="none" strike="noStrike" dirty="0">
                          <a:effectLst/>
                        </a:rPr>
                        <a:t> de </a:t>
                      </a:r>
                      <a:r>
                        <a:rPr lang="en-US" sz="1800" u="none" strike="noStrike" dirty="0" err="1">
                          <a:effectLst/>
                        </a:rPr>
                        <a:t>grappe</a:t>
                      </a:r>
                      <a:r>
                        <a:rPr lang="en-US" sz="1800" u="none" strike="noStrike" dirty="0">
                          <a:effectLst/>
                        </a:rPr>
                        <a:t>/ZD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96539094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>
                          <a:effectLst/>
                        </a:rPr>
                        <a:t> - Milieu residence de la grappe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99456125"/>
                  </a:ext>
                </a:extLst>
              </a:tr>
              <a:tr h="486100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>
                          <a:effectLst/>
                        </a:rPr>
                        <a:t> - Nombre de menage RGPH dans la grappe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33254259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>
                          <a:effectLst/>
                        </a:rPr>
                        <a:t> - Nombre de menage denombre 2018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32735313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>
                          <a:effectLst/>
                        </a:rPr>
                        <a:t> - Nombre de Menages tires en 2018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73256930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>
                          <a:effectLst/>
                        </a:rPr>
                        <a:t> - Nombre de Menages enquetes en 2018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23279022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>
                          <a:effectLst/>
                        </a:rPr>
                        <a:t> - Nombre de menage denombre 2021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43243757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>
                          <a:effectLst/>
                        </a:rPr>
                        <a:t> - Nombre de Menages tires en 2021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01795405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>
                          <a:effectLst/>
                        </a:rPr>
                        <a:t> - Nombre de Menages enquetes en 2021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92431782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effectLst/>
                        </a:rPr>
                        <a:t>Menage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39223910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 - Numero identifiant du Menage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25157905"/>
                  </a:ext>
                </a:extLst>
              </a:tr>
              <a:tr h="534310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>
                          <a:effectLst/>
                        </a:rPr>
                        <a:t> - Pour chaque menage identifies si panel ou nom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X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56354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38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3517F-0A03-4D63-A89C-7396EE206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702" y="231708"/>
            <a:ext cx="10447020" cy="837539"/>
          </a:xfrm>
        </p:spPr>
        <p:txBody>
          <a:bodyPr>
            <a:normAutofit/>
          </a:bodyPr>
          <a:lstStyle/>
          <a:p>
            <a:pPr algn="ctr"/>
            <a:r>
              <a:rPr lang="fr-FR" sz="3600" b="1" dirty="0">
                <a:solidFill>
                  <a:srgbClr val="FF0000"/>
                </a:solidFill>
              </a:rPr>
              <a:t>Plan d’</a:t>
            </a:r>
            <a:r>
              <a:rPr lang="fr-FR" sz="3600" b="1" dirty="0" err="1">
                <a:solidFill>
                  <a:srgbClr val="FF0000"/>
                </a:solidFill>
              </a:rPr>
              <a:t>echantilonnage</a:t>
            </a:r>
            <a:r>
              <a:rPr lang="fr-FR" sz="3600" b="1" dirty="0">
                <a:solidFill>
                  <a:srgbClr val="FF0000"/>
                </a:solidFill>
              </a:rPr>
              <a:t> des deux </a:t>
            </a:r>
            <a:r>
              <a:rPr lang="fr-FR" sz="3600" b="1" dirty="0" err="1">
                <a:solidFill>
                  <a:srgbClr val="FF0000"/>
                </a:solidFill>
              </a:rPr>
              <a:t>enquetes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F898E-4477-4CC6-B56A-EDE5B41E0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777" y="1454226"/>
            <a:ext cx="10961370" cy="4797492"/>
          </a:xfrm>
        </p:spPr>
        <p:txBody>
          <a:bodyPr anchor="t">
            <a:norm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2018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200" dirty="0">
                <a:solidFill>
                  <a:schemeClr val="tx1"/>
                </a:solidFill>
              </a:rPr>
              <a:t>Tirage des grappes au premier degré a probabilité proportionnelle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200" dirty="0">
                <a:solidFill>
                  <a:schemeClr val="tx1"/>
                </a:solidFill>
              </a:rPr>
              <a:t>Dénombrement dans chaque grappe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200" dirty="0">
                <a:solidFill>
                  <a:schemeClr val="tx1"/>
                </a:solidFill>
              </a:rPr>
              <a:t>Tirage de 12 ménages au second degré sur la base du dénombrement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2021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200" dirty="0">
                <a:solidFill>
                  <a:schemeClr val="tx1"/>
                </a:solidFill>
              </a:rPr>
              <a:t>Nouveau dénombrement dans chaque grappe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200" dirty="0">
                <a:solidFill>
                  <a:schemeClr val="tx1"/>
                </a:solidFill>
              </a:rPr>
              <a:t>Enquête des ménages panel identifies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FR" sz="2200" dirty="0">
                <a:solidFill>
                  <a:schemeClr val="tx1"/>
                </a:solidFill>
              </a:rPr>
              <a:t>Ménages supplémentaires non panel si nombre de ménage panel identifies est inferieur a 12. Tires aléatoirement avec proba égale dans les ménages dénombrés en 2021 en excluant les panels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fr-FR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6621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3517F-0A03-4D63-A89C-7396EE206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056" y="462452"/>
            <a:ext cx="10447020" cy="837539"/>
          </a:xfrm>
        </p:spPr>
        <p:txBody>
          <a:bodyPr>
            <a:normAutofit/>
          </a:bodyPr>
          <a:lstStyle/>
          <a:p>
            <a:pPr marL="0" marR="0">
              <a:spcBef>
                <a:spcPts val="1200"/>
              </a:spcBef>
              <a:spcAft>
                <a:spcPts val="0"/>
              </a:spcAft>
            </a:pPr>
            <a:r>
              <a:rPr lang="fr-FR" b="1" dirty="0">
                <a:solidFill>
                  <a:srgbClr val="FF0000"/>
                </a:solidFill>
              </a:rPr>
              <a:t>Probabilités de sélection et poids de sondage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F898E-4477-4CC6-B56A-EDE5B41E0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1828799"/>
            <a:ext cx="7887472" cy="4492645"/>
          </a:xfrm>
        </p:spPr>
        <p:txBody>
          <a:bodyPr anchor="t">
            <a:normAutofit/>
          </a:bodyPr>
          <a:lstStyle/>
          <a:p>
            <a:r>
              <a:rPr lang="fr-FR" sz="2400" b="1" dirty="0">
                <a:solidFill>
                  <a:srgbClr val="0070C0"/>
                </a:solidFill>
              </a:rPr>
              <a:t>EHCVM 1 - 2018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fr-FR" sz="2200" dirty="0">
              <a:solidFill>
                <a:schemeClr val="tx1"/>
              </a:solidFill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fr-FR" sz="2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fr-FR" sz="2600" baseline="-25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fr-F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FR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 le nombre de </a:t>
            </a:r>
            <a:r>
              <a:rPr lang="fr-FR" sz="2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ZDs</a:t>
            </a:r>
            <a:r>
              <a:rPr lang="fr-FR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tirées dans la strate h,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fr-FR" sz="2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fr-FR" sz="2600" baseline="-25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</a:t>
            </a:r>
            <a:r>
              <a:rPr lang="fr-F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FR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 le nombre de ménages enregistrés par le recensement dans le ZD, et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fr-F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n’</a:t>
            </a:r>
            <a:r>
              <a:rPr lang="fr-FR" sz="26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</a:t>
            </a:r>
            <a:r>
              <a:rPr lang="fr-F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FR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 le nombre de ménages dans la ZD au cours de l’opération de dénombrement.</a:t>
            </a:r>
          </a:p>
          <a:p>
            <a:pPr marR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fr-FR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poids brut de sondage </a:t>
            </a:r>
            <a:r>
              <a:rPr lang="fr-FR" sz="26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fr-FR" sz="2600" baseline="-25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hij</a:t>
            </a:r>
            <a:r>
              <a:rPr lang="fr-F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 ménage </a:t>
            </a:r>
            <a:r>
              <a:rPr lang="fr-FR" sz="2600" baseline="-25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hij</a:t>
            </a:r>
            <a:r>
              <a:rPr lang="fr-F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 simplement l’inverse de sa probabilité de sélection</a:t>
            </a:r>
            <a:r>
              <a:rPr lang="fr-F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6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fr-FR" sz="2600" baseline="-25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hij</a:t>
            </a:r>
            <a:r>
              <a:rPr lang="fr-F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R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fr-FR" sz="2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 poids brut a été utilise pour les ménages panel dans EHCVM 1</a:t>
            </a:r>
            <a:endParaRPr lang="en-US" sz="26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C0C2A2-BF4E-4757-9006-2AC040BC4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7551" y="1559930"/>
            <a:ext cx="3425061" cy="456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902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8F1087C-C2F7-476A-BFCE-302A85AB7FA7}"/>
              </a:ext>
            </a:extLst>
          </p:cNvPr>
          <p:cNvSpPr txBox="1">
            <a:spLocks/>
          </p:cNvSpPr>
          <p:nvPr/>
        </p:nvSpPr>
        <p:spPr>
          <a:xfrm>
            <a:off x="1575376" y="971218"/>
            <a:ext cx="10420857" cy="529601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b="1" dirty="0">
                <a:solidFill>
                  <a:srgbClr val="0070C0"/>
                </a:solidFill>
              </a:rPr>
              <a:t>EHCVM 2 - 2021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fr-FR" sz="2200" dirty="0">
              <a:solidFill>
                <a:schemeClr val="tx1"/>
              </a:solidFill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proba de tirage au premier degré P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fr-F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 grappes reste la même que celle de EHCVM 1</a:t>
            </a: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proba de tirage de second degré varie selon que le ménage soit panel ou non</a:t>
            </a:r>
          </a:p>
          <a:p>
            <a:pPr marL="0" indent="0">
              <a:spcBef>
                <a:spcPts val="0"/>
              </a:spcBef>
              <a:buNone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r-FR" sz="2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Informations clés a utiliser pour le calcul de la probabilité de tirage au second degré (P2 ):</a:t>
            </a:r>
          </a:p>
          <a:p>
            <a:pPr marL="0" indent="0">
              <a:spcBef>
                <a:spcPts val="0"/>
              </a:spcBef>
              <a:buNone/>
            </a:pPr>
            <a:endParaRPr lang="fr-FR" sz="26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indent="-342900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fr-FR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Ménages anciens dénombres (N12)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indent="-285750">
              <a:lnSpc>
                <a:spcPct val="107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r-FR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Parmi les ménages anciens dénombres, quels étaient les ménages enquêtés dans l'EHCVM 1 (N1)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indent="-342900">
              <a:lnSpc>
                <a:spcPct val="107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fr-FR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Ménages nouveaux dénombres (N3)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fr-FR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de ménages de la grappe (N123)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sz="26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7BC6399-83BC-41A7-B486-BED409E55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265" y="133679"/>
            <a:ext cx="10557968" cy="837539"/>
          </a:xfrm>
        </p:spPr>
        <p:txBody>
          <a:bodyPr>
            <a:normAutofit/>
          </a:bodyPr>
          <a:lstStyle/>
          <a:p>
            <a:pPr marL="0" marR="0">
              <a:spcBef>
                <a:spcPts val="1200"/>
              </a:spcBef>
              <a:spcAft>
                <a:spcPts val="0"/>
              </a:spcAft>
            </a:pPr>
            <a:r>
              <a:rPr lang="fr-FR" sz="2600" b="1" dirty="0">
                <a:solidFill>
                  <a:srgbClr val="FF0000"/>
                </a:solidFill>
              </a:rPr>
              <a:t>Probabilités de sélection et poids de sondage (suite)</a:t>
            </a:r>
            <a:endParaRPr lang="en-US" sz="2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693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8F1087C-C2F7-476A-BFCE-302A85AB7FA7}"/>
              </a:ext>
            </a:extLst>
          </p:cNvPr>
          <p:cNvSpPr txBox="1">
            <a:spLocks/>
          </p:cNvSpPr>
          <p:nvPr/>
        </p:nvSpPr>
        <p:spPr>
          <a:xfrm>
            <a:off x="1575376" y="554804"/>
            <a:ext cx="10420857" cy="54919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b="1" dirty="0">
                <a:solidFill>
                  <a:srgbClr val="0070C0"/>
                </a:solidFill>
              </a:rPr>
              <a:t>EHCVM 2 - 2021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fr-FR" sz="2200" dirty="0">
              <a:solidFill>
                <a:schemeClr val="tx1"/>
              </a:solidFill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probabilité brute de tirage des </a:t>
            </a:r>
            <a:r>
              <a:rPr lang="fr-FR" sz="2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ménages panel </a:t>
            </a:r>
            <a:r>
              <a:rPr lang="fr-F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 second degré est :</a:t>
            </a: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Poids brut de tirage des </a:t>
            </a:r>
            <a:r>
              <a:rPr lang="fr-FR" sz="2600" b="1" dirty="0">
                <a:solidFill>
                  <a:srgbClr val="00B05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ménages panel </a:t>
            </a:r>
            <a:r>
              <a:rPr lang="fr-F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 second degré </a:t>
            </a: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sz="26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7BC6399-83BC-41A7-B486-BED409E55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265" y="133679"/>
            <a:ext cx="10557968" cy="837539"/>
          </a:xfrm>
        </p:spPr>
        <p:txBody>
          <a:bodyPr>
            <a:normAutofit/>
          </a:bodyPr>
          <a:lstStyle/>
          <a:p>
            <a:pPr marL="0" marR="0">
              <a:spcBef>
                <a:spcPts val="1200"/>
              </a:spcBef>
              <a:spcAft>
                <a:spcPts val="0"/>
              </a:spcAft>
            </a:pPr>
            <a:r>
              <a:rPr lang="fr-FR" sz="2600" b="1" dirty="0">
                <a:solidFill>
                  <a:srgbClr val="FF0000"/>
                </a:solidFill>
              </a:rPr>
              <a:t>Probabilités de sélection et poids de sondage (suite)</a:t>
            </a:r>
            <a:endParaRPr lang="en-US" sz="2600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2DEE7F-87A2-4E9E-800C-23130B212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062" y="2463251"/>
            <a:ext cx="9028737" cy="8375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647EFF-49EE-4622-ABF5-3FC88B81E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784" y="4494769"/>
            <a:ext cx="3842268" cy="119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216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8F1087C-C2F7-476A-BFCE-302A85AB7FA7}"/>
              </a:ext>
            </a:extLst>
          </p:cNvPr>
          <p:cNvSpPr txBox="1">
            <a:spLocks/>
          </p:cNvSpPr>
          <p:nvPr/>
        </p:nvSpPr>
        <p:spPr>
          <a:xfrm>
            <a:off x="965772" y="971218"/>
            <a:ext cx="11030462" cy="564533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b="1" dirty="0">
                <a:solidFill>
                  <a:srgbClr val="0070C0"/>
                </a:solidFill>
              </a:rPr>
              <a:t>EHCVM 2 - 2021</a:t>
            </a: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probabilité brute de tirage des </a:t>
            </a:r>
            <a:r>
              <a:rPr lang="fr-FR" sz="26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ménages non panel </a:t>
            </a:r>
            <a:r>
              <a:rPr lang="fr-F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 : </a:t>
            </a: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Poids brut de tirage des </a:t>
            </a:r>
            <a:r>
              <a:rPr lang="fr-FR" sz="2600" b="1" dirty="0">
                <a:solidFill>
                  <a:srgbClr val="00B0F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ménages non panel</a:t>
            </a: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b="1" dirty="0">
              <a:solidFill>
                <a:srgbClr val="00B0F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b="1" dirty="0">
              <a:solidFill>
                <a:srgbClr val="00B0F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b="1" dirty="0">
              <a:solidFill>
                <a:srgbClr val="00B0F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b="1" dirty="0">
              <a:solidFill>
                <a:srgbClr val="00B0F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r-FR" sz="2600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Le poids brut des panel et non panel sont diffèrent selon la prédominance d’un des deux types de ménages. Correction a faire pour lisser les différences</a:t>
            </a: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sz="26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7BC6399-83BC-41A7-B486-BED409E55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265" y="133679"/>
            <a:ext cx="10557968" cy="837539"/>
          </a:xfrm>
        </p:spPr>
        <p:txBody>
          <a:bodyPr>
            <a:normAutofit/>
          </a:bodyPr>
          <a:lstStyle/>
          <a:p>
            <a:pPr marL="0" marR="0">
              <a:spcBef>
                <a:spcPts val="1200"/>
              </a:spcBef>
              <a:spcAft>
                <a:spcPts val="0"/>
              </a:spcAft>
            </a:pPr>
            <a:r>
              <a:rPr lang="fr-FR" sz="2600" b="1" dirty="0">
                <a:solidFill>
                  <a:srgbClr val="FF0000"/>
                </a:solidFill>
              </a:rPr>
              <a:t>Probabilités de sélection et poids de sondage (suite)</a:t>
            </a:r>
            <a:endParaRPr lang="en-US" sz="2600" b="1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E6DFC4-D75C-49CA-96D6-E8820A195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023" y="2681323"/>
            <a:ext cx="8895601" cy="12095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8C539A-E238-4872-890B-38F180237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475" y="4534222"/>
            <a:ext cx="38290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390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8F1087C-C2F7-476A-BFCE-302A85AB7FA7}"/>
              </a:ext>
            </a:extLst>
          </p:cNvPr>
          <p:cNvSpPr txBox="1">
            <a:spLocks/>
          </p:cNvSpPr>
          <p:nvPr/>
        </p:nvSpPr>
        <p:spPr>
          <a:xfrm>
            <a:off x="965772" y="971218"/>
            <a:ext cx="11030462" cy="56453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b="1" dirty="0">
                <a:solidFill>
                  <a:srgbClr val="0070C0"/>
                </a:solidFill>
              </a:rPr>
              <a:t>EHCVM 2 - 2021</a:t>
            </a: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Poids après lissage des différents types de</a:t>
            </a:r>
            <a:r>
              <a:rPr lang="fr-FR" sz="2600" dirty="0">
                <a:latin typeface="Calibri" panose="020F0502020204030204" pitchFamily="34" charset="0"/>
                <a:cs typeface="Times New Roman" panose="02020603050405020304" pitchFamily="18" charset="0"/>
              </a:rPr>
              <a:t> ménages </a:t>
            </a:r>
            <a:r>
              <a:rPr lang="fr-F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 : </a:t>
            </a: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b="1" dirty="0">
              <a:solidFill>
                <a:srgbClr val="00B0F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b="1" dirty="0">
              <a:solidFill>
                <a:srgbClr val="00B0F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b="1" dirty="0">
              <a:solidFill>
                <a:srgbClr val="00B0F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b="1" dirty="0">
              <a:solidFill>
                <a:schemeClr val="tx1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r-FR" sz="2600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Le poids brut après lissage des panel est le même que le poids brut initial</a:t>
            </a: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sz="26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7BC6399-83BC-41A7-B486-BED409E55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265" y="133679"/>
            <a:ext cx="10557968" cy="837539"/>
          </a:xfrm>
        </p:spPr>
        <p:txBody>
          <a:bodyPr>
            <a:normAutofit/>
          </a:bodyPr>
          <a:lstStyle/>
          <a:p>
            <a:pPr marL="0" marR="0">
              <a:spcBef>
                <a:spcPts val="1200"/>
              </a:spcBef>
              <a:spcAft>
                <a:spcPts val="0"/>
              </a:spcAft>
            </a:pPr>
            <a:r>
              <a:rPr lang="fr-FR" sz="2600" b="1" dirty="0">
                <a:solidFill>
                  <a:srgbClr val="FF0000"/>
                </a:solidFill>
              </a:rPr>
              <a:t>Probabilités de sélection et poids de sondage (suite)</a:t>
            </a:r>
            <a:endParaRPr lang="en-US" sz="2600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C82EDD-5E13-498A-B475-3BC217A06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737" y="2691831"/>
            <a:ext cx="4200525" cy="252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10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8F1087C-C2F7-476A-BFCE-302A85AB7FA7}"/>
              </a:ext>
            </a:extLst>
          </p:cNvPr>
          <p:cNvSpPr txBox="1">
            <a:spLocks/>
          </p:cNvSpPr>
          <p:nvPr/>
        </p:nvSpPr>
        <p:spPr>
          <a:xfrm>
            <a:off x="1161538" y="606330"/>
            <a:ext cx="11030462" cy="56453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b="1" dirty="0">
                <a:solidFill>
                  <a:srgbClr val="0070C0"/>
                </a:solidFill>
              </a:rPr>
              <a:t>EHCVM 2 - 2021</a:t>
            </a: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r-F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Second lissage pour ajuster les poids en fonction des tailles des grappes: </a:t>
            </a: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b="1" dirty="0">
              <a:solidFill>
                <a:srgbClr val="00B0F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fr-FR" sz="2600" b="1" dirty="0">
                <a:solidFill>
                  <a:srgbClr val="00B0F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Poids final après lissage </a:t>
            </a:r>
            <a:r>
              <a:rPr lang="fr-FR" sz="2600" dirty="0">
                <a:latin typeface="Calibri" panose="020F0502020204030204" pitchFamily="34" charset="0"/>
                <a:cs typeface="Times New Roman" panose="02020603050405020304" pitchFamily="18" charset="0"/>
              </a:rPr>
              <a:t>(P1 proba de tirage au premier degré des grappes)</a:t>
            </a: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b="1" dirty="0">
              <a:solidFill>
                <a:schemeClr val="tx1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sz="26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7BC6399-83BC-41A7-B486-BED409E55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265" y="133679"/>
            <a:ext cx="10557968" cy="837539"/>
          </a:xfrm>
        </p:spPr>
        <p:txBody>
          <a:bodyPr>
            <a:normAutofit/>
          </a:bodyPr>
          <a:lstStyle/>
          <a:p>
            <a:pPr marL="0" marR="0">
              <a:spcBef>
                <a:spcPts val="1200"/>
              </a:spcBef>
              <a:spcAft>
                <a:spcPts val="0"/>
              </a:spcAft>
            </a:pPr>
            <a:r>
              <a:rPr lang="fr-FR" sz="2600" b="1" dirty="0">
                <a:solidFill>
                  <a:srgbClr val="FF0000"/>
                </a:solidFill>
              </a:rPr>
              <a:t>Probabilités de sélection et poids de sondage (suite)</a:t>
            </a:r>
            <a:endParaRPr lang="en-US" sz="2600" b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763F17-ECC4-4D3E-9BBC-DF7368823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0" y="2038725"/>
            <a:ext cx="8458200" cy="16805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CD91A1-7F2B-47EF-9FA9-A9085C0D8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202" y="4355237"/>
            <a:ext cx="8074310" cy="223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939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8F1087C-C2F7-476A-BFCE-302A85AB7F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60181" y="503587"/>
                <a:ext cx="9955100" cy="6138655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>
                  <a:spcBef>
                    <a:spcPts val="0"/>
                  </a:spcBef>
                  <a:buFont typeface="Courier New" panose="02070309020205020404" pitchFamily="49" charset="0"/>
                  <a:buChar char="o"/>
                </a:pPr>
                <a:r>
                  <a:rPr lang="fr-FR" sz="2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Population totale estimée en 2022 des ménages représentés par le ménage i dans la strate j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hh</m:t>
                        </m:r>
                      </m:e>
                      <m:sub>
                        <m:r>
                          <a:rPr lang="fr-FR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fr-FR" sz="2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)</a:t>
                </a:r>
              </a:p>
              <a:p>
                <a:pPr marL="0">
                  <a:spcBef>
                    <a:spcPts val="0"/>
                  </a:spcBef>
                  <a:buFont typeface="Courier New" panose="02070309020205020404" pitchFamily="49" charset="0"/>
                  <a:buChar char="o"/>
                </a:pPr>
                <a:endPara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 algn="ctr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fr-F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hh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  <m:r>
                            <a:rPr lang="fr-F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𝑐𝑣𝑚</m:t>
                          </m:r>
                          <m:r>
                            <a:rPr lang="fr-F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fr-FR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𝑝𝑙𝑖𝑠𝑠𝑒</m:t>
                      </m:r>
                      <m:r>
                        <a:rPr lang="fr-FR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hh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𝑠𝑖𝑧𝑒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𝑒</m:t>
                          </m:r>
                          <m:r>
                            <a:rPr lang="fr-FR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𝑐𝑣𝑚</m:t>
                          </m:r>
                          <m:r>
                            <a:rPr lang="fr-FR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>
                  <a:spcBef>
                    <a:spcPts val="0"/>
                  </a:spcBef>
                  <a:buFont typeface="Courier New" panose="02070309020205020404" pitchFamily="49" charset="0"/>
                  <a:buChar char="o"/>
                </a:pPr>
                <a:r>
                  <a:rPr lang="fr-FR" sz="24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Population totale estimée en 2022 de la strate j a partir de EHCVM2</a:t>
                </a:r>
              </a:p>
              <a:p>
                <a:pPr marL="0">
                  <a:spcBef>
                    <a:spcPts val="0"/>
                  </a:spcBef>
                  <a:buFont typeface="Courier New" panose="02070309020205020404" pitchFamily="49" charset="0"/>
                  <a:buChar char="o"/>
                </a:pPr>
                <a:endParaRPr lang="en-US" sz="24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543300" lvl="8">
                  <a:spcBef>
                    <a:spcPts val="0"/>
                  </a:spcBef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𝑤𝑠𝑡𝑟𝑎𝑡𝑒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𝑤hh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𝑒h𝑐𝑣𝑚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>
                  <a:spcBef>
                    <a:spcPts val="0"/>
                  </a:spcBef>
                  <a:buFont typeface="Courier New" panose="02070309020205020404" pitchFamily="49" charset="0"/>
                  <a:buChar char="o"/>
                </a:pPr>
                <a:r>
                  <a:rPr lang="fr-FR" sz="26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Coefficient de calage de la strate j</a:t>
                </a:r>
              </a:p>
              <a:p>
                <a:pPr marL="0">
                  <a:spcBef>
                    <a:spcPts val="0"/>
                  </a:spcBef>
                  <a:buFont typeface="Courier New" panose="02070309020205020404" pitchFamily="49" charset="0"/>
                  <a:buChar char="o"/>
                </a:pPr>
                <a:endParaRPr lang="fr-FR" sz="2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543300" lvl="8">
                  <a:spcBef>
                    <a:spcPts val="0"/>
                  </a:spcBef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𝑏𝑒𝑡𝑎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𝑤𝑠𝑡𝑟𝑎𝑡𝑒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𝑝𝑜𝑝𝑢𝑙𝑎𝑡𝑖𝑜𝑛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2022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>
                  <a:spcBef>
                    <a:spcPts val="0"/>
                  </a:spcBef>
                  <a:buFont typeface="Courier New" panose="02070309020205020404" pitchFamily="49" charset="0"/>
                  <a:buChar char="o"/>
                </a:pPr>
                <a:r>
                  <a:rPr lang="fr-FR" sz="2600" b="1" dirty="0">
                    <a:solidFill>
                      <a:srgbClr val="00B0F0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Poids final après calage</a:t>
                </a:r>
                <a:endParaRPr lang="fr-FR" sz="26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>
                  <a:spcBef>
                    <a:spcPts val="0"/>
                  </a:spcBef>
                  <a:buFont typeface="Courier New" panose="02070309020205020404" pitchFamily="49" charset="0"/>
                  <a:buChar char="o"/>
                </a:pPr>
                <a:endParaRPr lang="fr-FR" sz="2600" b="1" dirty="0">
                  <a:solidFill>
                    <a:schemeClr val="tx1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543300" lvl="8">
                  <a:spcBef>
                    <a:spcPts val="0"/>
                  </a:spcBef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fr-FR" sz="2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𝑝𝑠</m:t>
                    </m:r>
                    <m:r>
                      <a:rPr lang="fr-FR" sz="2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fr-FR" sz="2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𝑝𝑙𝑖𝑠𝑠𝑒</m:t>
                    </m:r>
                    <m:r>
                      <a:rPr lang="fr-FR" sz="2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𝑏𝑒𝑡𝑎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fr-FR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fr-FR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plisse</m:t>
                    </m:r>
                    <m:r>
                      <a:rPr lang="fr-FR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>
                  <a:spcBef>
                    <a:spcPts val="0"/>
                  </a:spcBef>
                  <a:buFont typeface="Courier New" panose="02070309020205020404" pitchFamily="49" charset="0"/>
                  <a:buChar char="o"/>
                </a:pPr>
                <a:endParaRPr lang="fr-FR" sz="2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>
                  <a:spcBef>
                    <a:spcPts val="0"/>
                  </a:spcBef>
                  <a:buFont typeface="Courier New" panose="02070309020205020404" pitchFamily="49" charset="0"/>
                  <a:buChar char="o"/>
                </a:pPr>
                <a:endParaRPr lang="en-US" sz="2600" b="1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8F1087C-C2F7-476A-BFCE-302A85AB7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181" y="503587"/>
                <a:ext cx="9955100" cy="6138655"/>
              </a:xfrm>
              <a:prstGeom prst="rect">
                <a:avLst/>
              </a:prstGeom>
              <a:blipFill>
                <a:blip r:embed="rId2"/>
                <a:stretch>
                  <a:fillRect l="-980" t="-794" r="-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47BC6399-83BC-41A7-B486-BED409E55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710" y="0"/>
            <a:ext cx="10557968" cy="837539"/>
          </a:xfrm>
        </p:spPr>
        <p:txBody>
          <a:bodyPr>
            <a:normAutofit/>
          </a:bodyPr>
          <a:lstStyle/>
          <a:p>
            <a:pPr marL="0" marR="0">
              <a:spcBef>
                <a:spcPts val="1200"/>
              </a:spcBef>
              <a:spcAft>
                <a:spcPts val="0"/>
              </a:spcAft>
            </a:pPr>
            <a:r>
              <a:rPr lang="fr-FR" sz="2600" b="1" dirty="0">
                <a:solidFill>
                  <a:srgbClr val="FF0000"/>
                </a:solidFill>
              </a:rPr>
              <a:t>Calage avec les projection </a:t>
            </a:r>
            <a:r>
              <a:rPr lang="fr-FR" sz="2600" b="1" dirty="0" err="1">
                <a:solidFill>
                  <a:srgbClr val="FF0000"/>
                </a:solidFill>
              </a:rPr>
              <a:t>demographiques</a:t>
            </a:r>
            <a:r>
              <a:rPr lang="fr-FR" sz="2600" b="1" dirty="0">
                <a:solidFill>
                  <a:srgbClr val="FF0000"/>
                </a:solidFill>
              </a:rPr>
              <a:t> de 2022</a:t>
            </a:r>
            <a:endParaRPr lang="en-US" sz="2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008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224B7-C8E8-4CA8-8DAD-78BA3292C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7E13F-6265-4E89-A05B-704D5ECB3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194145665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5156</TotalTime>
  <Words>571</Words>
  <Application>Microsoft Office PowerPoint</Application>
  <PresentationFormat>Grand écran</PresentationFormat>
  <Paragraphs>148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Cambria Math</vt:lpstr>
      <vt:lpstr>Century Gothic</vt:lpstr>
      <vt:lpstr>Courier New</vt:lpstr>
      <vt:lpstr>Times New Roman</vt:lpstr>
      <vt:lpstr>Wingdings 3</vt:lpstr>
      <vt:lpstr>Wisp</vt:lpstr>
      <vt:lpstr>Programme de modernisation et d’harmonisation des enquêtes auprès des ménages dans les Etats membres de l’UEMOA Enquête de 2021/22  Quatrième Atelier de Traitement des données 13 Février au 3 Mars 2023</vt:lpstr>
      <vt:lpstr>Information a préparer pour le calcul de pondération</vt:lpstr>
      <vt:lpstr>Plan d’echantilonnage des deux enquetes</vt:lpstr>
      <vt:lpstr>Probabilités de sélection et poids de sondage</vt:lpstr>
      <vt:lpstr>Probabilités de sélection et poids de sondage (suite)</vt:lpstr>
      <vt:lpstr>Probabilités de sélection et poids de sondage (suite)</vt:lpstr>
      <vt:lpstr>Probabilités de sélection et poids de sondage (suite)</vt:lpstr>
      <vt:lpstr>Probabilités de sélection et poids de sondage (suite)</vt:lpstr>
      <vt:lpstr>Probabilités de sélection et poids de sondage (suite)</vt:lpstr>
      <vt:lpstr>Calage avec les projection demographiques de 2022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Poverty Measurement in WAEMU Members States</dc:title>
  <dc:creator>Prospere R. Backiny-Yetna</dc:creator>
  <cp:lastModifiedBy>user</cp:lastModifiedBy>
  <cp:revision>18</cp:revision>
  <dcterms:created xsi:type="dcterms:W3CDTF">2022-07-04T09:12:58Z</dcterms:created>
  <dcterms:modified xsi:type="dcterms:W3CDTF">2023-02-27T09:49:55Z</dcterms:modified>
</cp:coreProperties>
</file>